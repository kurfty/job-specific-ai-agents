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147482792" r:id="rId2"/>
    <p:sldId id="2147482805" r:id="rId3"/>
    <p:sldId id="2147482796" r:id="rId4"/>
    <p:sldId id="2147482795" r:id="rId5"/>
    <p:sldId id="2147482797" r:id="rId6"/>
    <p:sldId id="2147482798" r:id="rId7"/>
    <p:sldId id="2147482804" r:id="rId8"/>
    <p:sldId id="214748279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9E447-019B-4E1A-AE41-2870B9A14F59}">
          <p14:sldIdLst>
            <p14:sldId id="2147482792"/>
            <p14:sldId id="2147482805"/>
            <p14:sldId id="2147482796"/>
            <p14:sldId id="2147482795"/>
            <p14:sldId id="2147482797"/>
            <p14:sldId id="2147482798"/>
            <p14:sldId id="2147482804"/>
            <p14:sldId id="21474827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47100-9E06-41B8-8C5E-8649DA99648B}" v="12" dt="2025-04-26T14:38:44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5" autoAdjust="0"/>
    <p:restoredTop sz="94658"/>
  </p:normalViewPr>
  <p:slideViewPr>
    <p:cSldViewPr snapToGrid="0">
      <p:cViewPr varScale="1">
        <p:scale>
          <a:sx n="150" d="100"/>
          <a:sy n="150" d="100"/>
        </p:scale>
        <p:origin x="1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O'Bryan" userId="5a1336a5-1181-4c34-8a49-bc32441ad3e7" providerId="ADAL" clId="{7D146D40-B9B8-4217-873F-6155EC1BB263}"/>
    <pc:docChg chg="delSld modSld modSection">
      <pc:chgData name="Kevin O'Bryan" userId="5a1336a5-1181-4c34-8a49-bc32441ad3e7" providerId="ADAL" clId="{7D146D40-B9B8-4217-873F-6155EC1BB263}" dt="2025-04-23T15:26:17.836" v="1" actId="20577"/>
      <pc:docMkLst>
        <pc:docMk/>
      </pc:docMkLst>
      <pc:sldChg chg="del">
        <pc:chgData name="Kevin O'Bryan" userId="5a1336a5-1181-4c34-8a49-bc32441ad3e7" providerId="ADAL" clId="{7D146D40-B9B8-4217-873F-6155EC1BB263}" dt="2025-04-23T15:26:05.008" v="0" actId="2696"/>
        <pc:sldMkLst>
          <pc:docMk/>
          <pc:sldMk cId="264105784" sldId="257"/>
        </pc:sldMkLst>
      </pc:sldChg>
      <pc:sldChg chg="modSp mod">
        <pc:chgData name="Kevin O'Bryan" userId="5a1336a5-1181-4c34-8a49-bc32441ad3e7" providerId="ADAL" clId="{7D146D40-B9B8-4217-873F-6155EC1BB263}" dt="2025-04-23T15:26:17.836" v="1" actId="20577"/>
        <pc:sldMkLst>
          <pc:docMk/>
          <pc:sldMk cId="2896971458" sldId="2147482802"/>
        </pc:sldMkLst>
        <pc:spChg chg="mod">
          <ac:chgData name="Kevin O'Bryan" userId="5a1336a5-1181-4c34-8a49-bc32441ad3e7" providerId="ADAL" clId="{7D146D40-B9B8-4217-873F-6155EC1BB263}" dt="2025-04-23T15:26:17.836" v="1" actId="20577"/>
          <ac:spMkLst>
            <pc:docMk/>
            <pc:sldMk cId="2896971458" sldId="2147482802"/>
            <ac:spMk id="5" creationId="{8A49AE52-292D-CC3F-8E4C-C7884EACFC41}"/>
          </ac:spMkLst>
        </pc:spChg>
      </pc:sldChg>
    </pc:docChg>
  </pc:docChgLst>
  <pc:docChgLst>
    <pc:chgData name="Kevin O'Bryan" userId="5a1336a5-1181-4c34-8a49-bc32441ad3e7" providerId="ADAL" clId="{742D0145-7D54-4EDA-A8A7-F79359D2CE6E}"/>
    <pc:docChg chg="undo custSel addSld delSld modSld sldOrd addSection delSection modSection">
      <pc:chgData name="Kevin O'Bryan" userId="5a1336a5-1181-4c34-8a49-bc32441ad3e7" providerId="ADAL" clId="{742D0145-7D54-4EDA-A8A7-F79359D2CE6E}" dt="2025-02-22T17:57:16.428" v="1236" actId="1440"/>
      <pc:docMkLst>
        <pc:docMk/>
      </pc:docMkLst>
      <pc:sldChg chg="addSp delSp modSp mod">
        <pc:chgData name="Kevin O'Bryan" userId="5a1336a5-1181-4c34-8a49-bc32441ad3e7" providerId="ADAL" clId="{742D0145-7D54-4EDA-A8A7-F79359D2CE6E}" dt="2025-02-19T21:27:42.430" v="1191" actId="478"/>
        <pc:sldMkLst>
          <pc:docMk/>
          <pc:sldMk cId="3303938133" sldId="2147482792"/>
        </pc:sldMkLst>
        <pc:spChg chg="mod">
          <ac:chgData name="Kevin O'Bryan" userId="5a1336a5-1181-4c34-8a49-bc32441ad3e7" providerId="ADAL" clId="{742D0145-7D54-4EDA-A8A7-F79359D2CE6E}" dt="2025-02-19T21:27:31.262" v="1189" actId="14100"/>
          <ac:spMkLst>
            <pc:docMk/>
            <pc:sldMk cId="3303938133" sldId="2147482792"/>
            <ac:spMk id="4" creationId="{F42D1E94-9A01-1116-E5B6-D080F9856EBA}"/>
          </ac:spMkLst>
        </pc:spChg>
        <pc:spChg chg="add del">
          <ac:chgData name="Kevin O'Bryan" userId="5a1336a5-1181-4c34-8a49-bc32441ad3e7" providerId="ADAL" clId="{742D0145-7D54-4EDA-A8A7-F79359D2CE6E}" dt="2025-02-19T21:27:42.430" v="1191" actId="478"/>
          <ac:spMkLst>
            <pc:docMk/>
            <pc:sldMk cId="3303938133" sldId="2147482792"/>
            <ac:spMk id="6" creationId="{D22FFF08-98B1-EA94-07CB-0EE0072333FB}"/>
          </ac:spMkLst>
        </pc:spChg>
      </pc:sldChg>
      <pc:sldChg chg="modTransition">
        <pc:chgData name="Kevin O'Bryan" userId="5a1336a5-1181-4c34-8a49-bc32441ad3e7" providerId="ADAL" clId="{742D0145-7D54-4EDA-A8A7-F79359D2CE6E}" dt="2025-02-21T21:17:31.166" v="1217"/>
        <pc:sldMkLst>
          <pc:docMk/>
          <pc:sldMk cId="226586939" sldId="2147482794"/>
        </pc:sldMkLst>
      </pc:sldChg>
      <pc:sldChg chg="modTransition modAnim">
        <pc:chgData name="Kevin O'Bryan" userId="5a1336a5-1181-4c34-8a49-bc32441ad3e7" providerId="ADAL" clId="{742D0145-7D54-4EDA-A8A7-F79359D2CE6E}" dt="2025-02-21T21:15:54.760" v="1203"/>
        <pc:sldMkLst>
          <pc:docMk/>
          <pc:sldMk cId="3027730826" sldId="2147482795"/>
        </pc:sldMkLst>
      </pc:sldChg>
      <pc:sldChg chg="modTransition modAnim">
        <pc:chgData name="Kevin O'Bryan" userId="5a1336a5-1181-4c34-8a49-bc32441ad3e7" providerId="ADAL" clId="{742D0145-7D54-4EDA-A8A7-F79359D2CE6E}" dt="2025-02-21T21:15:09.543" v="1197"/>
        <pc:sldMkLst>
          <pc:docMk/>
          <pc:sldMk cId="1570170701" sldId="2147482796"/>
        </pc:sldMkLst>
      </pc:sldChg>
      <pc:sldChg chg="modSp mod ord modTransition modAnim">
        <pc:chgData name="Kevin O'Bryan" userId="5a1336a5-1181-4c34-8a49-bc32441ad3e7" providerId="ADAL" clId="{742D0145-7D54-4EDA-A8A7-F79359D2CE6E}" dt="2025-02-22T17:57:16.428" v="1236" actId="1440"/>
        <pc:sldMkLst>
          <pc:docMk/>
          <pc:sldMk cId="2092148767" sldId="2147482797"/>
        </pc:sldMkLst>
        <pc:picChg chg="mod">
          <ac:chgData name="Kevin O'Bryan" userId="5a1336a5-1181-4c34-8a49-bc32441ad3e7" providerId="ADAL" clId="{742D0145-7D54-4EDA-A8A7-F79359D2CE6E}" dt="2025-02-22T17:57:16.428" v="1236" actId="1440"/>
          <ac:picMkLst>
            <pc:docMk/>
            <pc:sldMk cId="2092148767" sldId="2147482797"/>
            <ac:picMk id="6" creationId="{8CC3B965-799E-F7BD-D598-E317FE0E5DEC}"/>
          </ac:picMkLst>
        </pc:picChg>
      </pc:sldChg>
      <pc:sldChg chg="addSp delSp modSp add mod modTransition modAnim">
        <pc:chgData name="Kevin O'Bryan" userId="5a1336a5-1181-4c34-8a49-bc32441ad3e7" providerId="ADAL" clId="{742D0145-7D54-4EDA-A8A7-F79359D2CE6E}" dt="2025-02-21T21:16:53.573" v="1210"/>
        <pc:sldMkLst>
          <pc:docMk/>
          <pc:sldMk cId="1800554933" sldId="2147482798"/>
        </pc:sldMkLst>
        <pc:spChg chg="add mod">
          <ac:chgData name="Kevin O'Bryan" userId="5a1336a5-1181-4c34-8a49-bc32441ad3e7" providerId="ADAL" clId="{742D0145-7D54-4EDA-A8A7-F79359D2CE6E}" dt="2025-02-14T19:48:02.251" v="525" actId="20577"/>
          <ac:spMkLst>
            <pc:docMk/>
            <pc:sldMk cId="1800554933" sldId="2147482798"/>
            <ac:spMk id="3" creationId="{0194493E-630F-C783-82FE-BC179639B538}"/>
          </ac:spMkLst>
        </pc:spChg>
        <pc:spChg chg="add mod">
          <ac:chgData name="Kevin O'Bryan" userId="5a1336a5-1181-4c34-8a49-bc32441ad3e7" providerId="ADAL" clId="{742D0145-7D54-4EDA-A8A7-F79359D2CE6E}" dt="2025-02-14T19:31:13.301" v="21" actId="20577"/>
          <ac:spMkLst>
            <pc:docMk/>
            <pc:sldMk cId="1800554933" sldId="2147482798"/>
            <ac:spMk id="5" creationId="{109C51CA-5774-D8BF-908A-035C96260993}"/>
          </ac:spMkLst>
        </pc:spChg>
      </pc:sldChg>
      <pc:sldChg chg="new del">
        <pc:chgData name="Kevin O'Bryan" userId="5a1336a5-1181-4c34-8a49-bc32441ad3e7" providerId="ADAL" clId="{742D0145-7D54-4EDA-A8A7-F79359D2CE6E}" dt="2025-02-14T19:30:02.641" v="2" actId="2696"/>
        <pc:sldMkLst>
          <pc:docMk/>
          <pc:sldMk cId="2220372570" sldId="2147482798"/>
        </pc:sldMkLst>
      </pc:sldChg>
      <pc:sldChg chg="addSp modSp new mod modTransition modAnim">
        <pc:chgData name="Kevin O'Bryan" userId="5a1336a5-1181-4c34-8a49-bc32441ad3e7" providerId="ADAL" clId="{742D0145-7D54-4EDA-A8A7-F79359D2CE6E}" dt="2025-02-21T21:17:22.137" v="1216"/>
        <pc:sldMkLst>
          <pc:docMk/>
          <pc:sldMk cId="1672008756" sldId="2147482799"/>
        </pc:sldMkLst>
        <pc:spChg chg="mod">
          <ac:chgData name="Kevin O'Bryan" userId="5a1336a5-1181-4c34-8a49-bc32441ad3e7" providerId="ADAL" clId="{742D0145-7D54-4EDA-A8A7-F79359D2CE6E}" dt="2025-02-14T19:39:02.295" v="332" actId="20577"/>
          <ac:spMkLst>
            <pc:docMk/>
            <pc:sldMk cId="1672008756" sldId="2147482799"/>
            <ac:spMk id="2" creationId="{71C47D5C-C8A3-A560-D530-ECD573E626A2}"/>
          </ac:spMkLst>
        </pc:spChg>
        <pc:spChg chg="mod">
          <ac:chgData name="Kevin O'Bryan" userId="5a1336a5-1181-4c34-8a49-bc32441ad3e7" providerId="ADAL" clId="{742D0145-7D54-4EDA-A8A7-F79359D2CE6E}" dt="2025-02-14T19:40:29.911" v="490" actId="20577"/>
          <ac:spMkLst>
            <pc:docMk/>
            <pc:sldMk cId="1672008756" sldId="2147482799"/>
            <ac:spMk id="3" creationId="{0CED101D-976C-4B73-CD2F-32EB1665D2C7}"/>
          </ac:spMkLst>
        </pc:spChg>
        <pc:picChg chg="add mod ord">
          <ac:chgData name="Kevin O'Bryan" userId="5a1336a5-1181-4c34-8a49-bc32441ad3e7" providerId="ADAL" clId="{742D0145-7D54-4EDA-A8A7-F79359D2CE6E}" dt="2025-02-14T19:36:58.203" v="252" actId="167"/>
          <ac:picMkLst>
            <pc:docMk/>
            <pc:sldMk cId="1672008756" sldId="2147482799"/>
            <ac:picMk id="4" creationId="{33ED47D4-74F1-555A-F460-D074BD88A955}"/>
          </ac:picMkLst>
        </pc:picChg>
      </pc:sldChg>
      <pc:sldChg chg="modSp add del mod modNotesTx">
        <pc:chgData name="Kevin O'Bryan" userId="5a1336a5-1181-4c34-8a49-bc32441ad3e7" providerId="ADAL" clId="{742D0145-7D54-4EDA-A8A7-F79359D2CE6E}" dt="2025-02-19T21:52:50.872" v="1192" actId="2696"/>
        <pc:sldMkLst>
          <pc:docMk/>
          <pc:sldMk cId="1026783136" sldId="2147482800"/>
        </pc:sldMkLst>
      </pc:sldChg>
      <pc:sldChg chg="new del">
        <pc:chgData name="Kevin O'Bryan" userId="5a1336a5-1181-4c34-8a49-bc32441ad3e7" providerId="ADAL" clId="{742D0145-7D54-4EDA-A8A7-F79359D2CE6E}" dt="2025-02-14T20:02:58.372" v="527" actId="2696"/>
        <pc:sldMkLst>
          <pc:docMk/>
          <pc:sldMk cId="179133526" sldId="2147482801"/>
        </pc:sldMkLst>
      </pc:sldChg>
      <pc:sldChg chg="add">
        <pc:chgData name="Kevin O'Bryan" userId="5a1336a5-1181-4c34-8a49-bc32441ad3e7" providerId="ADAL" clId="{742D0145-7D54-4EDA-A8A7-F79359D2CE6E}" dt="2025-02-14T20:04:47.748" v="532"/>
        <pc:sldMkLst>
          <pc:docMk/>
          <pc:sldMk cId="1303503584" sldId="2147482801"/>
        </pc:sldMkLst>
      </pc:sldChg>
      <pc:sldChg chg="add del ord">
        <pc:chgData name="Kevin O'Bryan" userId="5a1336a5-1181-4c34-8a49-bc32441ad3e7" providerId="ADAL" clId="{742D0145-7D54-4EDA-A8A7-F79359D2CE6E}" dt="2025-02-14T20:03:17.817" v="531" actId="47"/>
        <pc:sldMkLst>
          <pc:docMk/>
          <pc:sldMk cId="2757184420" sldId="2147482801"/>
        </pc:sldMkLst>
      </pc:sldChg>
      <pc:sldChg chg="addSp delSp modSp add mod setBg delDesignElem">
        <pc:chgData name="Kevin O'Bryan" userId="5a1336a5-1181-4c34-8a49-bc32441ad3e7" providerId="ADAL" clId="{742D0145-7D54-4EDA-A8A7-F79359D2CE6E}" dt="2025-02-19T21:23:33.959" v="950" actId="1076"/>
        <pc:sldMkLst>
          <pc:docMk/>
          <pc:sldMk cId="2896971458" sldId="2147482802"/>
        </pc:sldMkLst>
        <pc:spChg chg="mod">
          <ac:chgData name="Kevin O'Bryan" userId="5a1336a5-1181-4c34-8a49-bc32441ad3e7" providerId="ADAL" clId="{742D0145-7D54-4EDA-A8A7-F79359D2CE6E}" dt="2025-02-19T21:23:33.959" v="950" actId="1076"/>
          <ac:spMkLst>
            <pc:docMk/>
            <pc:sldMk cId="2896971458" sldId="2147482802"/>
            <ac:spMk id="4" creationId="{1E7F0E51-E5EB-CFA0-853E-59F90EF72E9E}"/>
          </ac:spMkLst>
        </pc:spChg>
        <pc:spChg chg="add mod">
          <ac:chgData name="Kevin O'Bryan" userId="5a1336a5-1181-4c34-8a49-bc32441ad3e7" providerId="ADAL" clId="{742D0145-7D54-4EDA-A8A7-F79359D2CE6E}" dt="2025-02-19T21:23:28.674" v="949" actId="122"/>
          <ac:spMkLst>
            <pc:docMk/>
            <pc:sldMk cId="2896971458" sldId="2147482802"/>
            <ac:spMk id="5" creationId="{8A49AE52-292D-CC3F-8E4C-C7884EACFC41}"/>
          </ac:spMkLst>
        </pc:spChg>
      </pc:sldChg>
      <pc:sldChg chg="modSp add del mod">
        <pc:chgData name="Kevin O'Bryan" userId="5a1336a5-1181-4c34-8a49-bc32441ad3e7" providerId="ADAL" clId="{742D0145-7D54-4EDA-A8A7-F79359D2CE6E}" dt="2025-02-19T21:52:54.655" v="1193" actId="2696"/>
        <pc:sldMkLst>
          <pc:docMk/>
          <pc:sldMk cId="857786016" sldId="2147482803"/>
        </pc:sldMkLst>
      </pc:sldChg>
      <pc:sldChg chg="addSp delSp modSp add del mod delAnim">
        <pc:chgData name="Kevin O'Bryan" userId="5a1336a5-1181-4c34-8a49-bc32441ad3e7" providerId="ADAL" clId="{742D0145-7D54-4EDA-A8A7-F79359D2CE6E}" dt="2025-02-22T17:57:11.405" v="1235" actId="47"/>
        <pc:sldMkLst>
          <pc:docMk/>
          <pc:sldMk cId="4114126161" sldId="2147482803"/>
        </pc:sldMkLst>
      </pc:sldChg>
      <pc:sldChg chg="addSp delSp modSp add mod delAnim modAnim">
        <pc:chgData name="Kevin O'Bryan" userId="5a1336a5-1181-4c34-8a49-bc32441ad3e7" providerId="ADAL" clId="{742D0145-7D54-4EDA-A8A7-F79359D2CE6E}" dt="2025-02-22T17:57:03.474" v="1234" actId="1440"/>
        <pc:sldMkLst>
          <pc:docMk/>
          <pc:sldMk cId="3082249508" sldId="2147482804"/>
        </pc:sldMkLst>
        <pc:picChg chg="add mod ord">
          <ac:chgData name="Kevin O'Bryan" userId="5a1336a5-1181-4c34-8a49-bc32441ad3e7" providerId="ADAL" clId="{742D0145-7D54-4EDA-A8A7-F79359D2CE6E}" dt="2025-02-22T17:57:03.474" v="1234" actId="1440"/>
          <ac:picMkLst>
            <pc:docMk/>
            <pc:sldMk cId="3082249508" sldId="2147482804"/>
            <ac:picMk id="7" creationId="{51D9AB67-04D1-58F9-599F-E397E24BEDF7}"/>
          </ac:picMkLst>
        </pc:picChg>
      </pc:sldChg>
    </pc:docChg>
  </pc:docChgLst>
  <pc:docChgLst>
    <pc:chgData name="Kevin O'Bryan" userId="5a1336a5-1181-4c34-8a49-bc32441ad3e7" providerId="ADAL" clId="{A1C47100-9E06-41B8-8C5E-8649DA99648B}"/>
    <pc:docChg chg="undo custSel addSld delSld modSld sldOrd modSection">
      <pc:chgData name="Kevin O'Bryan" userId="5a1336a5-1181-4c34-8a49-bc32441ad3e7" providerId="ADAL" clId="{A1C47100-9E06-41B8-8C5E-8649DA99648B}" dt="2025-04-26T14:39:06.383" v="229" actId="1440"/>
      <pc:docMkLst>
        <pc:docMk/>
      </pc:docMkLst>
      <pc:sldChg chg="add ord">
        <pc:chgData name="Kevin O'Bryan" userId="5a1336a5-1181-4c34-8a49-bc32441ad3e7" providerId="ADAL" clId="{A1C47100-9E06-41B8-8C5E-8649DA99648B}" dt="2025-02-28T15:31:20.833" v="20"/>
        <pc:sldMkLst>
          <pc:docMk/>
          <pc:sldMk cId="264105784" sldId="257"/>
        </pc:sldMkLst>
      </pc:sldChg>
      <pc:sldChg chg="add modTransition">
        <pc:chgData name="Kevin O'Bryan" userId="5a1336a5-1181-4c34-8a49-bc32441ad3e7" providerId="ADAL" clId="{A1C47100-9E06-41B8-8C5E-8649DA99648B}" dt="2025-04-26T01:16:42.417" v="207"/>
        <pc:sldMkLst>
          <pc:docMk/>
          <pc:sldMk cId="1561521245" sldId="302"/>
        </pc:sldMkLst>
      </pc:sldChg>
      <pc:sldChg chg="addSp delSp modSp mod">
        <pc:chgData name="Kevin O'Bryan" userId="5a1336a5-1181-4c34-8a49-bc32441ad3e7" providerId="ADAL" clId="{A1C47100-9E06-41B8-8C5E-8649DA99648B}" dt="2025-04-26T14:32:46.900" v="220" actId="1076"/>
        <pc:sldMkLst>
          <pc:docMk/>
          <pc:sldMk cId="226586939" sldId="2147482794"/>
        </pc:sldMkLst>
        <pc:spChg chg="add">
          <ac:chgData name="Kevin O'Bryan" userId="5a1336a5-1181-4c34-8a49-bc32441ad3e7" providerId="ADAL" clId="{A1C47100-9E06-41B8-8C5E-8649DA99648B}" dt="2025-04-26T14:31:02.497" v="214"/>
          <ac:spMkLst>
            <pc:docMk/>
            <pc:sldMk cId="226586939" sldId="2147482794"/>
            <ac:spMk id="3" creationId="{C2C2C186-DDDC-0A2C-129C-405635E6D865}"/>
          </ac:spMkLst>
        </pc:spChg>
        <pc:picChg chg="mod">
          <ac:chgData name="Kevin O'Bryan" userId="5a1336a5-1181-4c34-8a49-bc32441ad3e7" providerId="ADAL" clId="{A1C47100-9E06-41B8-8C5E-8649DA99648B}" dt="2025-04-26T14:09:59.779" v="212" actId="14826"/>
          <ac:picMkLst>
            <pc:docMk/>
            <pc:sldMk cId="226586939" sldId="2147482794"/>
            <ac:picMk id="6" creationId="{3C7958D1-D473-BA0C-9F4C-A5876F1AA027}"/>
          </ac:picMkLst>
        </pc:picChg>
        <pc:picChg chg="add mod">
          <ac:chgData name="Kevin O'Bryan" userId="5a1336a5-1181-4c34-8a49-bc32441ad3e7" providerId="ADAL" clId="{A1C47100-9E06-41B8-8C5E-8649DA99648B}" dt="2025-04-26T14:32:46.900" v="220" actId="1076"/>
          <ac:picMkLst>
            <pc:docMk/>
            <pc:sldMk cId="226586939" sldId="2147482794"/>
            <ac:picMk id="7" creationId="{9171182C-B3C4-98C3-2C90-42D7D5718D5E}"/>
          </ac:picMkLst>
        </pc:picChg>
        <pc:picChg chg="add mod">
          <ac:chgData name="Kevin O'Bryan" userId="5a1336a5-1181-4c34-8a49-bc32441ad3e7" providerId="ADAL" clId="{A1C47100-9E06-41B8-8C5E-8649DA99648B}" dt="2025-04-26T14:31:05.596" v="216" actId="1076"/>
          <ac:picMkLst>
            <pc:docMk/>
            <pc:sldMk cId="226586939" sldId="2147482794"/>
            <ac:picMk id="9" creationId="{0C8B1095-845D-F2A4-0D46-795C8F85515F}"/>
          </ac:picMkLst>
        </pc:picChg>
      </pc:sldChg>
      <pc:sldChg chg="modAnim">
        <pc:chgData name="Kevin O'Bryan" userId="5a1336a5-1181-4c34-8a49-bc32441ad3e7" providerId="ADAL" clId="{A1C47100-9E06-41B8-8C5E-8649DA99648B}" dt="2025-04-26T01:19:14.282" v="210"/>
        <pc:sldMkLst>
          <pc:docMk/>
          <pc:sldMk cId="1570170701" sldId="2147482796"/>
        </pc:sldMkLst>
      </pc:sldChg>
      <pc:sldChg chg="addSp modSp mod modAnim">
        <pc:chgData name="Kevin O'Bryan" userId="5a1336a5-1181-4c34-8a49-bc32441ad3e7" providerId="ADAL" clId="{A1C47100-9E06-41B8-8C5E-8649DA99648B}" dt="2025-04-26T14:39:06.383" v="229" actId="1440"/>
        <pc:sldMkLst>
          <pc:docMk/>
          <pc:sldMk cId="1672008756" sldId="2147482799"/>
        </pc:sldMkLst>
        <pc:picChg chg="add mod">
          <ac:chgData name="Kevin O'Bryan" userId="5a1336a5-1181-4c34-8a49-bc32441ad3e7" providerId="ADAL" clId="{A1C47100-9E06-41B8-8C5E-8649DA99648B}" dt="2025-04-26T14:39:06.383" v="229" actId="1440"/>
          <ac:picMkLst>
            <pc:docMk/>
            <pc:sldMk cId="1672008756" sldId="2147482799"/>
            <ac:picMk id="6" creationId="{04EB9322-8B8E-165A-072D-E18D3A7B778D}"/>
          </ac:picMkLst>
        </pc:picChg>
      </pc:sldChg>
      <pc:sldChg chg="del">
        <pc:chgData name="Kevin O'Bryan" userId="5a1336a5-1181-4c34-8a49-bc32441ad3e7" providerId="ADAL" clId="{A1C47100-9E06-41B8-8C5E-8649DA99648B}" dt="2025-02-25T17:48:31.911" v="0" actId="2696"/>
        <pc:sldMkLst>
          <pc:docMk/>
          <pc:sldMk cId="1303503584" sldId="2147482801"/>
        </pc:sldMkLst>
      </pc:sldChg>
      <pc:sldChg chg="addSp delSp modSp mod">
        <pc:chgData name="Kevin O'Bryan" userId="5a1336a5-1181-4c34-8a49-bc32441ad3e7" providerId="ADAL" clId="{A1C47100-9E06-41B8-8C5E-8649DA99648B}" dt="2025-04-26T14:10:08.154" v="213" actId="14826"/>
        <pc:sldMkLst>
          <pc:docMk/>
          <pc:sldMk cId="2896971458" sldId="2147482802"/>
        </pc:sldMkLst>
        <pc:picChg chg="mod">
          <ac:chgData name="Kevin O'Bryan" userId="5a1336a5-1181-4c34-8a49-bc32441ad3e7" providerId="ADAL" clId="{A1C47100-9E06-41B8-8C5E-8649DA99648B}" dt="2025-04-26T14:10:08.154" v="213" actId="14826"/>
          <ac:picMkLst>
            <pc:docMk/>
            <pc:sldMk cId="2896971458" sldId="2147482802"/>
            <ac:picMk id="6" creationId="{0E7CC04B-BC21-5EA7-FD82-F4BC9E96AA3E}"/>
          </ac:picMkLst>
        </pc:picChg>
        <pc:picChg chg="add mod">
          <ac:chgData name="Kevin O'Bryan" userId="5a1336a5-1181-4c34-8a49-bc32441ad3e7" providerId="ADAL" clId="{A1C47100-9E06-41B8-8C5E-8649DA99648B}" dt="2025-02-27T14:12:25.994" v="17" actId="14100"/>
          <ac:picMkLst>
            <pc:docMk/>
            <pc:sldMk cId="2896971458" sldId="2147482802"/>
            <ac:picMk id="7" creationId="{21BF2830-1973-0A39-E2D8-A5E75F656468}"/>
          </ac:picMkLst>
        </pc:picChg>
      </pc:sldChg>
      <pc:sldChg chg="modSp add modAnim">
        <pc:chgData name="Kevin O'Bryan" userId="5a1336a5-1181-4c34-8a49-bc32441ad3e7" providerId="ADAL" clId="{A1C47100-9E06-41B8-8C5E-8649DA99648B}" dt="2025-04-26T01:19:15.105" v="211"/>
        <pc:sldMkLst>
          <pc:docMk/>
          <pc:sldMk cId="4266656746" sldId="2147482805"/>
        </pc:sldMkLst>
        <pc:spChg chg="mod">
          <ac:chgData name="Kevin O'Bryan" userId="5a1336a5-1181-4c34-8a49-bc32441ad3e7" providerId="ADAL" clId="{A1C47100-9E06-41B8-8C5E-8649DA99648B}" dt="2025-02-28T18:51:41.147" v="27" actId="20577"/>
          <ac:spMkLst>
            <pc:docMk/>
            <pc:sldMk cId="4266656746" sldId="2147482805"/>
            <ac:spMk id="2" creationId="{AE31A752-B219-851D-C242-ACD708B59EB8}"/>
          </ac:spMkLst>
        </pc:spChg>
        <pc:spChg chg="mod">
          <ac:chgData name="Kevin O'Bryan" userId="5a1336a5-1181-4c34-8a49-bc32441ad3e7" providerId="ADAL" clId="{A1C47100-9E06-41B8-8C5E-8649DA99648B}" dt="2025-02-28T18:53:17.818" v="204" actId="20577"/>
          <ac:spMkLst>
            <pc:docMk/>
            <pc:sldMk cId="4266656746" sldId="2147482805"/>
            <ac:spMk id="3" creationId="{288889E7-B26E-F5CC-1926-DB2CAA68B7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F8C8F-8895-495C-A3F2-30393608F088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E0384-774E-4814-BCC5-196D22061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75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C87E2-F822-422E-E8F0-CFD3515F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9464E-DFF1-3E89-32D0-B2D4BE3DA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15C3E-D633-20C2-4512-3207FD24B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92C4C1B-F00F-F851-D123-FB4221B39B5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30FFB-0E59-78BB-A879-4121CBD7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AB17D-DD8E-98CF-44E4-30AEE6120AF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61DAB-D93E-49CA-B245-379601CFE8D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5/3/2025 6:13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38F3C-2B29-3BF5-EB9B-E063E24038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7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913D-F98A-F904-7858-60450DA33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8E8D1-7660-0A23-627B-4000B879A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EB2E3-59CA-2876-565C-D902A992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F46BB-8440-A5B8-A550-1CAE3686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BBAB9-3842-1ACF-A6E9-DF343D7D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8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51C8-06D6-2901-2AD0-E453EB51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E444B-57B5-4F66-4DA3-3978DC91C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A92F6-AF98-890C-1E84-31C95234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57671-615E-A11D-167B-BAC18ED6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CC99C-1904-EF93-74EA-5BC5D01D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4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751A-60E7-2065-9A86-0D76E2A5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70623-D5A1-1D7F-CE1A-A479B02F6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CAC8F-8C61-9AA4-E553-5AF4E1D8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974F5-8D65-BDAD-AFF9-BC096563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BD864-6F91-E14D-E814-93EB5F40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5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BD5D-9393-356D-BDFD-EEB15986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8CAD9-E99C-F379-2CF9-ADC4286B8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17281-62F9-8520-2C35-210A6A203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691EE-2E08-5425-8C5D-D5550F3B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14389-5A98-061F-1B30-D4465300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50F35-AEB9-2004-4DE2-BE5B545E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6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DFFC-FCF6-D9CD-DD39-26C3B26B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A080F-2B51-1493-DBE0-4C7749989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4D4E5-D3A1-7A26-7968-F73BB17ED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5A95B-0CCC-938B-1F60-C42C9431E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57D5E-2E64-5DA9-6386-C997E7F64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BF0E2-7ACA-59B1-9B08-74986695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BFFE8-71BF-5B21-7913-AF6BFE88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6B1520-4E92-D18B-1777-B3363D61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E061-BDF0-D950-6105-917C9B4C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610DC-8FD1-E854-D9C7-D466BD26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3A5E9-3782-61FB-0FF8-ED447E57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93C05-716D-BBD1-E75F-4DF9A3BB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FFF77A-02C3-BE64-9B1F-C1AF86DA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2B55A-95C1-2B38-5361-58283D76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07EB7-8C61-CFFA-2532-5FB3DC60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90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2A08-C501-D3A0-2D75-FAB7D0B5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FDDBE-CC96-B9B7-04DA-5460F4D83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AF73F-41E1-AA43-77A4-A77FBE099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70192-88A0-A45F-9060-B49F0BEC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EF4C3-CC8E-C63E-EE53-B9799D27C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4A703-8AA9-E391-B589-65CEA329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24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13197-C252-3CA7-5358-DBC42FA5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1FBDC-F8DF-BB46-F646-4EA5506D2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F6123-FB65-4632-5B04-A531B0F26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F2BD9-400E-AF96-BAC4-F41FE2FF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F9FF9-13CB-4F2A-B16E-CBB2A9F1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357C3-3A03-CFB2-5C26-9B240066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5CF8-881A-F531-7A1B-719DCC2B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4C23D-79B0-F581-A8A9-F00540B6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A2513-1835-A363-336F-0C17E177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2260B-E941-3FAB-0345-875FCFBF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EC69B-5870-A7C8-43FF-4CC191FC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7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E00E5-8811-6D53-F86B-5E3950CC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97319-0F28-FAE6-2AD6-10E197797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90065-F7C5-4DF6-C892-1B9258F4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6A234-469B-D923-B401-A1F110BE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1EF8B-2C97-05CA-6C8D-AA69B48E4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11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795DD1-EE31-6EA9-5CEB-7EFB6F3612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302670"/>
            <a:ext cx="5577840" cy="123110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243F6E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rgbClr val="091F2C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MS logo gray - EMF" descr="Microsoft logo, gray text version">
            <a:extLst>
              <a:ext uri="{FF2B5EF4-FFF2-40B4-BE49-F238E27FC236}">
                <a16:creationId xmlns:a16="http://schemas.microsoft.com/office/drawing/2014/main" id="{528725CB-B775-081A-D40D-3A222E9843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84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1C54F-19E0-4A53-9D15-CCBB66E3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0687A-1748-3405-DDBE-6A5C761FA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8428D-F51B-2785-EB3D-B8DCE5B47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BC7A6-A722-45BF-BDC5-E74EE3F01B7C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21109-0306-086A-32D5-9C0BD0243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2AFB-1B7F-9A85-A77E-1AE1E4F42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90B11-E9CB-4A57-B7F3-338ABEA36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8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81B2-3216-8FB9-A1C8-D9153027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2D1E94-9A01-1116-E5B6-D080F985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87117"/>
            <a:ext cx="6209362" cy="1846659"/>
          </a:xfrm>
        </p:spPr>
        <p:txBody>
          <a:bodyPr/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Using Copilot Studio to Create Job Specific AI Agents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22FFF08-98B1-EA94-07CB-0EE0072333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3962400"/>
            <a:ext cx="5577840" cy="250903"/>
          </a:xfrm>
        </p:spPr>
        <p:txBody>
          <a:bodyPr/>
          <a:lstStyle/>
          <a:p>
            <a:r>
              <a:rPr lang="en-US" dirty="0"/>
              <a:t>Kevin O’Bryan</a:t>
            </a:r>
          </a:p>
        </p:txBody>
      </p:sp>
    </p:spTree>
    <p:extLst>
      <p:ext uri="{BB962C8B-B14F-4D97-AF65-F5344CB8AC3E}">
        <p14:creationId xmlns:p14="http://schemas.microsoft.com/office/powerpoint/2010/main" val="330393813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4F5E0-5768-6EE1-9755-B2738F15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DA4B1C-9E2E-B49F-43C1-D85720541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31A752-B219-851D-C242-ACD708B5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889E7-B26E-F5CC-1926-DB2CAA68B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Introduction to Copilot Agents</a:t>
            </a:r>
          </a:p>
          <a:p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Explanation and basics</a:t>
            </a:r>
          </a:p>
          <a:p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Autonomous Agents</a:t>
            </a:r>
          </a:p>
          <a:p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Building a Basic Agent</a:t>
            </a:r>
          </a:p>
          <a:p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Demo Autonomous Agents</a:t>
            </a:r>
          </a:p>
          <a:p>
            <a:endParaRPr lang="en-US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endParaRPr lang="en-US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65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D008D0-E038-9D67-BDA2-97232C612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1448BF-F3A8-F653-68D9-9CFE0FD3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Copilot Agents?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4EFCE-A9C4-C4CD-8B2B-44ECCAA60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S</a:t>
            </a:r>
            <a:r>
              <a:rPr lang="en-US" b="0" i="0" dirty="0">
                <a:solidFill>
                  <a:srgbClr val="1E1E1E"/>
                </a:solidFill>
                <a:effectLst/>
                <a:latin typeface="Segoe UI" panose="020B0502040204020203" pitchFamily="34" charset="0"/>
              </a:rPr>
              <a:t>pecialized AI assistants designed to connect to your organization’s knowledge and data sources.</a:t>
            </a:r>
          </a:p>
          <a:p>
            <a:endParaRPr lang="en-US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Custom AI to automate and execute business processes, working with you and on your behalf.</a:t>
            </a:r>
          </a:p>
          <a:p>
            <a:endParaRPr lang="en-US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endParaRPr lang="en-US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endParaRPr lang="en-US" dirty="0">
              <a:solidFill>
                <a:srgbClr val="1E1E1E"/>
              </a:solidFill>
              <a:latin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17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1E4DAD-FAD4-5BB3-C221-CFA48511C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E0E47B-9BA7-D137-4C1C-50A3EA71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I use Copilot Agents?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526C0-0973-7948-5822-04BF633E9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333333"/>
                </a:solidFill>
                <a:latin typeface="Segoe UI" panose="020F0502020204030204" pitchFamily="34" charset="0"/>
              </a:rPr>
              <a:t>A</a:t>
            </a:r>
            <a:r>
              <a:rPr lang="en-US" b="0" i="0" dirty="0">
                <a:solidFill>
                  <a:srgbClr val="333333"/>
                </a:solidFill>
                <a:effectLst/>
                <a:latin typeface="Segoe UI" panose="020F0502020204030204" pitchFamily="34" charset="0"/>
              </a:rPr>
              <a:t>gents leverage cutting-edge AI to provide users with intelligent assistance across various Microsoft 365 applications.</a:t>
            </a:r>
          </a:p>
          <a:p>
            <a:endParaRPr lang="en-US" dirty="0">
              <a:solidFill>
                <a:srgbClr val="333333"/>
              </a:solidFill>
              <a:latin typeface="Segoe UI" panose="020F0502020204030204" pitchFamily="34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Segoe UI" panose="020F0502020204030204" pitchFamily="34" charset="0"/>
              </a:rPr>
              <a:t>Allows further consistency and improvements in accuracy in tasks. </a:t>
            </a:r>
            <a:r>
              <a:rPr lang="en-US" dirty="0">
                <a:solidFill>
                  <a:srgbClr val="1E1E1E"/>
                </a:solidFill>
                <a:latin typeface="Segoe UI" panose="020B0502040204020203" pitchFamily="34" charset="0"/>
              </a:rPr>
              <a:t>Seamlessly integrating with Web and Work tabs of Copilot Chat, and workflows you already use.</a:t>
            </a:r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  <a:latin typeface="Segoe UI" panose="020F0502020204030204" pitchFamily="34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Segoe UI" panose="020F0502020204030204" pitchFamily="34" charset="0"/>
              </a:rPr>
              <a:t>They allow organizations to streamline work and automations at the global or individual level.</a:t>
            </a:r>
          </a:p>
          <a:p>
            <a:endParaRPr lang="en-US" dirty="0">
              <a:solidFill>
                <a:srgbClr val="333333"/>
              </a:solidFill>
              <a:latin typeface="Segoe UI" panose="020F0502020204030204" pitchFamily="34" charset="0"/>
            </a:endParaRPr>
          </a:p>
          <a:p>
            <a:r>
              <a:rPr lang="en-US" dirty="0"/>
              <a:t>Able to create and publish agents to all kinds of channels, apps, and websites.</a:t>
            </a:r>
          </a:p>
        </p:txBody>
      </p:sp>
    </p:spTree>
    <p:extLst>
      <p:ext uri="{BB962C8B-B14F-4D97-AF65-F5344CB8AC3E}">
        <p14:creationId xmlns:p14="http://schemas.microsoft.com/office/powerpoint/2010/main" val="302773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FB76-C207-150B-3755-C984CC06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C06C76-A291-DF77-9087-FB79E2BF8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 descr="A diagram of a company&#10;&#10;AI-generated content may be incorrect.">
            <a:extLst>
              <a:ext uri="{FF2B5EF4-FFF2-40B4-BE49-F238E27FC236}">
                <a16:creationId xmlns:a16="http://schemas.microsoft.com/office/drawing/2014/main" id="{8CC3B965-799E-F7BD-D598-E317FE0E5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38" y="1271037"/>
            <a:ext cx="11676123" cy="431592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9214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D57A-01FA-F5DC-D9B9-69EFDBA0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B331D7-B7EE-41B2-F227-4CBD4379F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4493E-630F-C783-82FE-BC179639B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Agents can automatically respond to signals across your business and initiate tasks via Orchestration behavior.</a:t>
            </a:r>
          </a:p>
          <a:p>
            <a:endParaRPr lang="en-US" dirty="0"/>
          </a:p>
          <a:p>
            <a:r>
              <a:rPr lang="en-US" dirty="0"/>
              <a:t>Each business process can have different paths since agents create dynamic plans on the fly dynamically to handle and complete tasks.</a:t>
            </a:r>
          </a:p>
          <a:p>
            <a:endParaRPr lang="en-US" dirty="0"/>
          </a:p>
          <a:p>
            <a:r>
              <a:rPr lang="en-US" dirty="0"/>
              <a:t>Admins can view the logic path of the Agent to understand the methods, processes, and context in detailed steps to debug the automations.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9C51CA-5774-D8BF-908A-035C9626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Copilot Autonomous Agents</a:t>
            </a:r>
          </a:p>
        </p:txBody>
      </p:sp>
    </p:spTree>
    <p:extLst>
      <p:ext uri="{BB962C8B-B14F-4D97-AF65-F5344CB8AC3E}">
        <p14:creationId xmlns:p14="http://schemas.microsoft.com/office/powerpoint/2010/main" val="180055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A130-4D3F-55BB-F339-562BEEC5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34B07-C328-AFD3-4549-7D43566B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1D9AB67-04D1-58F9-599F-E397E24BE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6767" y="1767431"/>
            <a:ext cx="11878466" cy="34178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8224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ED47D4-74F1-555A-F460-D074BD88A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C47D5C-C8A3-A560-D530-ECD573E6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to set up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101D-976C-4B73-CD2F-32EB1665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Licensing</a:t>
            </a:r>
          </a:p>
          <a:p>
            <a:pPr lvl="1"/>
            <a:r>
              <a:rPr lang="en-US" dirty="0"/>
              <a:t>Pay-as-you-go</a:t>
            </a:r>
          </a:p>
          <a:p>
            <a:pPr lvl="1"/>
            <a:r>
              <a:rPr lang="en-US" dirty="0"/>
              <a:t>Message packs</a:t>
            </a:r>
          </a:p>
          <a:p>
            <a:pPr lvl="1"/>
            <a:r>
              <a:rPr lang="en-US" dirty="0"/>
              <a:t>Copilot Studio in Microsoft 365 Copilot</a:t>
            </a:r>
          </a:p>
          <a:p>
            <a:endParaRPr lang="en-US" dirty="0"/>
          </a:p>
          <a:p>
            <a:r>
              <a:rPr lang="en-US" dirty="0"/>
              <a:t>Governance and data security</a:t>
            </a:r>
          </a:p>
          <a:p>
            <a:endParaRPr lang="en-US" dirty="0"/>
          </a:p>
          <a:p>
            <a:r>
              <a:rPr lang="en-US" dirty="0"/>
              <a:t>Per-user level access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04EB9322-8B8E-165A-072D-E18D3A7B7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947" y="3546915"/>
            <a:ext cx="4952381" cy="31714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200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4880</TotalTime>
  <Words>264</Words>
  <Application>Microsoft Office PowerPoint</Application>
  <PresentationFormat>Widescreen</PresentationFormat>
  <Paragraphs>41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Lato</vt:lpstr>
      <vt:lpstr>Segoe UI</vt:lpstr>
      <vt:lpstr>Office Theme</vt:lpstr>
      <vt:lpstr>Using Copilot Studio to Create Job Specific AI Agents</vt:lpstr>
      <vt:lpstr>Agenda</vt:lpstr>
      <vt:lpstr>What is Copilot Agents?</vt:lpstr>
      <vt:lpstr>Why should I use Copilot Agents?  </vt:lpstr>
      <vt:lpstr>PowerPoint Presentation</vt:lpstr>
      <vt:lpstr>Copilot Autonomous Agents</vt:lpstr>
      <vt:lpstr>PowerPoint Presentation</vt:lpstr>
      <vt:lpstr>Requirements to set up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</dc:creator>
  <cp:lastModifiedBy>IT</cp:lastModifiedBy>
  <cp:revision>3</cp:revision>
  <dcterms:created xsi:type="dcterms:W3CDTF">2025-01-11T17:42:37Z</dcterms:created>
  <dcterms:modified xsi:type="dcterms:W3CDTF">2025-05-03T22:14:02Z</dcterms:modified>
</cp:coreProperties>
</file>